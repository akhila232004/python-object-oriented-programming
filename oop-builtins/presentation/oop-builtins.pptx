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61488" y="1856231"/>
            <a:ext cx="3977639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1993392"/>
            <a:ext cx="3474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>
                <a:solidFill>
                  <a:srgbClr val="232323"/>
                </a:solidFill>
                <a:latin typeface="Aptos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468880"/>
            <a:ext cx="3703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78AF"/>
                </a:solidFill>
                <a:latin typeface="Aptos"/>
              </a:rPr>
              <a:t>OOP BuiltIns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rmAutofit/>
          </a:bodyPr>
          <a:lstStyle/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Python provides several built-in functions and attributes that facilitate the OOP process.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Many of these are special methods or attributes, often called “dunder” methods,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because they start and end with double underscores.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Examples include: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__init__, __del__, __str__, __repr__, __sizeof__, __len__,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__add__, __getitem__, __setitem__, and __iter__.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Object-Oriented Programming Built-ins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__init__ is the constructor used for initializing an object's attributes.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It is automatically called when an object is created.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__del__ is a destructor used to define the deletion behavior of objects.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It is called when an object is about to be destroyed.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class Dog: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def __init__(self, name):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    self.name = name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class MyClass: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def __del__(self):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    print("Object is being destroyed")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my_dog = Dog("Buddy")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__init__ and __del__ Methods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__str__ returns a string representation of an object.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It is used for an informal, readable representation.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__repr__ returns an “official” string representation.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It is typically used for debugging and logging.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class Dog: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def __init__(self, name, age):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    self.name = name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    self.age = age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def __str__(self):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    return f"{self.name} is {self.age} years old."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def __repr__(self):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    return f"Dog('{self.name}', {self.age})"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my_dog = Dog("Buddy", 5)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print(my_dog)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print(repr(my_dog))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Buddy is 5 years old.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Dog('Buddy', 5)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__str__ and __repr__ Methods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__sizeof__ returns the size of an object in bytes.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The output can vary depending on the Python version and system architecture.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__len__ returns the length of an object.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It is typically implemented for container objects.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class MyList: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def __init__(self, items):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    self.items = items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def __len__(self):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    return len(self.items)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my_list = MyList([1, 2, 3, 4, 5])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print(len(my_list))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__sizeof__ and __len__ Methods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__add__ defines the behavior of the + operator when it is applied to objects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of a class.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class Point: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def __init__(self, x, y):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    self.x = x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    self.y = y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def __add__(self, other):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    return Point(self.x + other.x, self.y + other.y)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p1 = Point(1, 2)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p2 = Point(3, 4)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p3 = p1 + p2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print(p3.x, p3.y)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4 6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__add__ Method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These methods allow objects to behave like sequences or mappings.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They enable indexing and assignment operations.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__getitem__ is used when an item is accessed by index.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__setitem__ is used when an item is assigned by index.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class MyList: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def __init__(self, items):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    self.items = items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def __getitem__(self, index):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    return self.items[index]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def __setitem__(self, index, value):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    self.items[index] = value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my_list = MyList([1, 2, 3, 4, 5])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print(my_list[2])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my_list[2] = 10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print(my_list[2])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3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10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__getitem__ and __setitem__ Methods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__iter__ defines an iterator for an object.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It returns an iterable sequence that can be used in a loop.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class IterTest: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def __init__(self, classList):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    self.classList = classList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def __iter__(self):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    return (i for i in self.classList)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t_Obj = IterTest(("JAVA", "C++", "SCALA"))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for data in t_Obj: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    print(data)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JAVA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C++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</a:pPr>
            <a:r>
              <a:rPr sz="1120">
                <a:solidFill>
                  <a:srgbClr val="275289"/>
                </a:solidFill>
                <a:latin typeface="Aptos"/>
              </a:rPr>
              <a:t>SCALA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__iter__ Method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