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97480" y="1810512"/>
            <a:ext cx="41605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5661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377440"/>
            <a:ext cx="3657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78AF"/>
                </a:solidFill>
                <a:latin typeface="Aptos Display"/>
              </a:defRPr>
            </a:pPr>
            <a:r>
              <a:t>OOP Inheritance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rm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Inheritance is the process of accessing members and functions of one class from another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class whose members and functions are accessed is the Parent Class; the accessing class is the Child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Parent Class is also called Base Class, Superclass, or Ancestor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Child Class is also called Derived Class, Subclass, or Descendant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Pass the parent class name as a parameter to the child class to inherit its members and functions.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ParentClass: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parentFunction(self): print("Message from ParentClass")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ChildClass(ParentClass): pass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A ChildClass object can access both child and inherited parent methods.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Inheritance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Multiple inheritance uses multiple parent classes and one child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child class lists the parent classes in its class definition.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Parent_1: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Parent1Function(self): print("Message from Parent_1")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Parent_2: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Parent2Function(self): print("Message from Parent_2")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Child(Parent_1, Parent_2):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ChildMIFunction(self): print("Message from Child")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A Child object can call Parent1Function(), Parent2Function(), and its own method.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Multiple Inheritance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Multi-level inheritance forms a chain: Child Class inherits Parent Class, and Parent inherits Grandparent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child can access inherited members and functions from the parent and grandparent levels.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GrandParent: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GrandParentFunction(self): print("Grandparent message")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Parent(GrandParent):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ParentFunction(self): print("Parent message")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Child(Parent):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ChildFunction(self): print("Child message")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A Child object can call GrandParentFunction(), ParentFunction(), and ChildFunction().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Multi-Level Inheritance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Overriding is about using the same names for functions or variables in the child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A child class can define a function or variable with the same name as one inherited from the parent.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child definition takes precedence over the inherited parent definition.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xParent: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var1 = "Parent-Test"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func1(self): print("This is parent class")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xChild(xParent):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var1 = "Child-Test"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func1(self): print("This is child class")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Calling func1() on an xChild object uses the child implementation.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Inheritance Overriding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super is useful for accessing inherited methods from a parent class that have been overridden in the child class.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source uses super() to call the parent constructor and parent methods.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Child1(Parent1):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super().__init__()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print(super().X)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print(self.X)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func2(self):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super().func1()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super().func1() explicitly calls the parent implementation of func1().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Inheritance Super Function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Single inheritance with constructors: the child constructor can call the parent constructor using super().__init__().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ChildClass(ParentClass):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__init__(self, parentVar2, childVar2):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super().__init__(parentVar2)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self.childVar2 = childVar2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The child object can then access both parentVar2 and childVar2.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10">
                <a:solidFill>
                  <a:srgbClr val="262626"/>
                </a:solidFill>
                <a:latin typeface="Aptos"/>
              </a:defRPr>
            </a:pPr>
            <a:r>
              <a:t>For multiple inheritance, the source initializes each parent constructor explicitly: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Parent_1.__init__(self, parent1Var)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Parent_2.__init__(self, parent2Var)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Inheritance With Constructors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Multiple inheritance with constructors: a child class can initialize both parent classes and then use their members and functions.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class ChildMI(Parent_1, Parent_2):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def __init__(self, parent1Var, parent2Var):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Parent_1.__init__(self, parent1Var)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        Parent_2.__init__(self, parent2Var)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Multi-level inheritance with constructors passes through the inheritance chain.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040">
                <a:solidFill>
                  <a:srgbClr val="262626"/>
                </a:solidFill>
                <a:latin typeface="Courier New"/>
              </a:defRPr>
            </a:pPr>
            <a:r>
              <a:t>A ChildMI class can explicitly initialize SuperParent and Parent constructors.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50"/>
              </a:spcAft>
              <a:defRPr sz="1150">
                <a:solidFill>
                  <a:srgbClr val="262626"/>
                </a:solidFill>
                <a:latin typeface="Aptos"/>
              </a:defRPr>
            </a:pPr>
            <a:r>
              <a:t>This allows the child object to access variables and functions defined at each level.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5806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Constructor Patterns in Inheritance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