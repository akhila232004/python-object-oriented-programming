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92224"/>
            <a:ext cx="434340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901952"/>
            <a:ext cx="3657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62626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359152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3778AF"/>
                </a:solidFill>
                <a:latin typeface="Aptos Display"/>
              </a:defRPr>
            </a:pPr>
            <a:r>
              <a:t>OOP Vs Functional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rm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Python supports both functional programming and object-oriented programming paradigms.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The source compares both approaches by solving the same problem in functional and OOP styles.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The examples use n1 and n2 and provide addition and multiplication operations.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The comparison focuses on code organization, instances/objects, and the resulting size values.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989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OOP Vs Functional Programming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The functional version keeps n1 and n2 as module-level variables.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Functions operate on those variables: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Courier New"/>
              </a:defRPr>
            </a:pPr>
            <a:r>
              <a:t>def print_func_vars(): print("Function vars:", n1, n2)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Courier New"/>
              </a:defRPr>
            </a:pPr>
            <a:r>
              <a:t>def add1(): return n1 + n2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Courier New"/>
              </a:defRPr>
            </a:pPr>
            <a:r>
              <a:t>def mul1(): return n1 * n2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The code is saved as func_test and imported as f1 and f2.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Each imported module is assigned different n1 and n2 values before the functions are called.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989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Create Functional Programming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f1 uses n1 = 100 and n2 = 200; add1() returns 300 and mul1() returns 20000.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f2 uses n1 = 1000 and n2 = 2000; add1() returns 3000 and mul1() returns 2000000.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The source prints f1.__sizeof__() + f2.__sizeof__().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The shown combined size is 112.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The completed code is saved as func_prog.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989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Functional Code Results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The OOP version provides the same functionality through a class named OOP.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n1 and n2 are class variables; print_class_vars(), add1(), and mul1() are class methods.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00">
                <a:solidFill>
                  <a:srgbClr val="262626"/>
                </a:solidFill>
                <a:latin typeface="Courier New"/>
              </a:defRPr>
            </a:pPr>
            <a:r>
              <a:t>class OOP: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00">
                <a:solidFill>
                  <a:srgbClr val="262626"/>
                </a:solidFill>
                <a:latin typeface="Courier New"/>
              </a:defRPr>
            </a:pPr>
            <a:r>
              <a:t>    n1 = None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00">
                <a:solidFill>
                  <a:srgbClr val="262626"/>
                </a:solidFill>
                <a:latin typeface="Courier New"/>
              </a:defRPr>
            </a:pPr>
            <a:r>
              <a:t>    n2 = None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00">
                <a:solidFill>
                  <a:srgbClr val="262626"/>
                </a:solidFill>
                <a:latin typeface="Courier New"/>
              </a:defRPr>
            </a:pPr>
            <a:r>
              <a:t>    def add1(self): return self.n1 + self.n2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00">
                <a:solidFill>
                  <a:srgbClr val="262626"/>
                </a:solidFill>
                <a:latin typeface="Courier New"/>
              </a:defRPr>
            </a:pPr>
            <a:r>
              <a:t>    def mul1(self): return self.n1 * self.n2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The class is saved in oop_test and imported to create objects.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989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Create Object-Oriented Code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Obj1 and Obj2 are created from the OOP class with different n1 and n2 values.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Obj1 uses 100 and 200; add1() returns 300 and mul1() returns 20000.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Obj2 uses 1000 and 2000; add1() returns 3000 and mul1() returns 2000000.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The source prints Obj1.__sizeof__() + Obj2.__sizeof__().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The shown combined size is 32.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5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The OOP code is saved as oop_prop.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989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OOP Objects and Results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Pros: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• Simplicity and readability through concise, expressive code and pure functions.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• Immutability can reduce unexpected data changes and simplify debugging.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• Pure functions can support parallelism and concurrency because they avoid shared state.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• Pure functions make unit testing straightforward.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Cons: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• Higher-order functions and immutability may have a steeper learning curve.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• Immutable structures and functional constructs can introduce performance overhead.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• Some domains, such as GUI programming, may have less mature tooling or standard practices.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989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Functional Programming: Pros and Cons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Pros: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• Modularity and reusability through encapsulation, inheritance, and polymorphism.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• Abstraction focuses attention on high-level functionality.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• Readability and maintainability can improve for large and complex systems.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• OOP is widely used in industry and large software projects.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Cons include boilerplate, complex inheritance hierarchies, mutable-state challenges, and possible performance overhead.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The source concludes that the choice depends on project requirements, preferences, and the problem domain.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5"/>
              </a:spcAft>
              <a:defRPr sz="1070">
                <a:solidFill>
                  <a:srgbClr val="262626"/>
                </a:solidFill>
                <a:latin typeface="Aptos"/>
              </a:defRPr>
            </a:pPr>
            <a:r>
              <a:t>A hybrid approach can combine strengths from both paradigms.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989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OOP: Pros, Cons and Choice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